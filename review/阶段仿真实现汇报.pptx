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份汇报把整个课题的仿真工作按时间顺序拆成八个阶段。每一页的正文只说四件事：做了什么、为什么这么做、拿什么判断、结果是什么；更长的解释（方法为什么这么选、某个数字怎么来的、哪条路试过但是走不通）写在每页的备注里。需要提醒的是：前三个阶段（当前第 7–9 页）用的是项目自己写的数值模型，从第四阶段（当前第 10 页）开始才把算例交给 Abaqus，用它的三维实体单元；真正完整的实体模型（8 层铺层、接触、层间界面）是第六阶段（当前第 12 页）开始建的。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四篇里的实验都是厦大航空航天学院卿新林课题组做的，前三件（冲击监测、齿轮箱导波、螺栓接头压阻）是实体实验，第四件是同一批人把压阻传感器从表面贴装改成嵌入层间，灵敏度明显提高。引用时要注意几处原文没写或前后不一致的地方：冲击监测那篇没有给出力锤的冲击能量具体焦耳数（只给了力锤电压 500–7000 mV）；齿轮箱那篇没写 PZT 个数与激励波形周期数；螺栓接头那两篇没写试件件数与螺栓预紧力矩；嵌入压阻那篇剪出的相对电阻在正文里出现 409%（Fig. 23 段）与 397%（Fig. 26 对比段）两个数，引用时择一并注明图号。这些在我方论文里引用时应标注"原文未说明"或注明图号。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这篇与本研究最直接相关：它做的正是"冲击之后靠传感器把冲击找出来"。有两点可以借鉴：一是传感器布局——报告给的定位误差是按各方向传感器间距归一化后的百分比（水平 5.4%、垂直 10.8%），两者分母不同（400 mm 与 200 mm），按报告均值换算两个方向的平均绝对误差都约 21.6 mm，所以不能用这两个百分比直接断定哪个方向的绝对精度更差；二是它用域对抗迁移学习，在有限目标域样本下改善预测。迁移范围要收窄：该文验证的是同一试件不同区域之间的迁移，跨材料、跨试件与不同冲击物的迁移仍待验证。尺寸差距：它的试件是 1000 mm 见方，比本研究目前算的试件（100 mm 见方、2 mm 厚）大一个量级。该文的数据可用性声明称未产生或分析新数据，这句话与正文实验叙述之间的关系需要作者澄清；本文不据此推断实验数据的采集年代或是否复用。它只监测"冲击事件"，没有对冲击造成的分层等损伤做验证；损伤与信号变化的定量关系正是本研究要补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这两件实验与本研究的关系不同。齿轮箱那件说明：在原文的试件与测试条件下，主动导波的信噪比够用（故障散射 ±300 mV，对 95% 扩展不确定度 36 mV）；而且变工况下的漂移可以用统计检验说明未检出显著差异（P=0.317 只表示该检验没有检出显著差异，不是证明工况影响恒为零）——这是本研究后面读数不确定度分析可以对照的做法。要注意两点：一是"信噪比够用"是原文测试条件下的结论，不能推广成所有真实结构的导波信噪比都够；二是 92.36% 是测试集的平均分类准确率，不要与 precision 之类的指标混用。螺栓接头那两件说明：在该接头与加载条件下，嵌入式压阻传感器对早期内部损伤的响应比贴装式更明显；原文并没有说表面传感器完全测不到内部损伤。这提示传感机制与布置需要考虑，但压阻是局部的接触式响应，不能直接当成"表面 PZT 导波测内部分层能力"的限制。注意这两件实验的对象都不是冲击损伤，而是齿轮故障与连接失效。本页六张图按原图裁剪，均标注了出处（连同研究基础（一）的 3 张，研究基础部分共九张文献插图）；另有 SMART layer 实物、传感器嵌入截面、嵌入式电阻曲线等图未放入，需要时可以换上。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一页是把文献基础和本仿真接起来的地方。两者是互补的：实验与仿真共同支持机理分析与验证，不宜说成"实验负责能不能测到、仿真负责为什么"。左栏每一条都限定在原文自己的试件与工况下——不同论文在各自条件下测得到，不能直接推出本项目的分层在实际条件下也测得到。另外两篇参考文献不属于厦大，也不在实验基础里，但方法上有借鉴：河北工业大学的声发射到达时间拾取（用小波去噪加 AIC 准则，在 CFRP 板上用断铅做定位实验）；中科院力学所的蜂窝夹芯板冲击定位（四传感器方阵，不需要事先知道波速）。两者针对的都是"低信噪比下怎么定到达时刻"和"波速不确定怎么办"，与本研究后面用波包起始点定到达时刻的做法是同一类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八个阶段的分工：一到三阶段是用项目自己写的代码把基础问题弄清（薄板够不够用、三维差多少、波传得多快）；四到五阶段是接入 Abaqus 并先试通可行的技术路线；六到八阶段才把完整的实体模型建起来，把冲击、损伤、导波连成一条链，并把数值上的不稳定查清，同时给主要结果标出不确定度范围。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这一步只做一件事：把薄板模型自己的可靠范围量出来，而不是急着下结论。做法有两条——一是模型自身够不够稳（每方向基函数阶数 6→46、步长再减半，结果还变不变），二是外部对照（方板无量纲基频的经典解 35.99，本模型算 35.98519）。这里说的"阶数"是每个方向展开基函数的阶数，两个方向组合后对应的空间自由度是 46² = 2116，不是 46 个振型。实测：撞击点位移在 38 到 46 之间只差 0.6%，可以说稳住了；接触力还差 5.7%，说明撞击点附近的量没稳。所以"薄板能不能用于撞击点"这个问题，这一步只答了一半：它只能算整板，撞击点局部量的误差大小要到下一页与三维模型对比才知道。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薄板为什么把力算大、位移算小：薄板用有限阶模态描述面外位移，撞击点应该出现的局部凹陷被模态截断抹平了，于是撞击点附近显得比实际软硬不同。同样入射能量下，接触区越硬，接触力越大、板下沉越少，所以"力大 5 倍、位移小 2.8 倍"是同一个原因的两个表现。但要收住：集中力下局部应力或曲率的处理困难，不能直接推成"位移必然发散"；薄板与三维之间除空间表示外，接触处理等也不一样，现有对照只支持"局部响应差异很大"，没有单独隔离出全部差异的唯一原因。三维这一侧的可信度来自两点：局部子模型自己做过接触区网格加密（h0 = 0.25/0.125 mm 给力 32.40/31.98 N，无趋势），以及子模型与全局模型的交叉核对（挠度 311.0 对 312.5 µm，差 0.5%）；整板量在 200×160×4 加密后，在所测试的网格之间变化很小。传感器方向：距撞击点 73 mm 处，沿指定贴片轴投影 206.9 µε、沿另一轴 58.8 µε，比值 3.5；四个传感器比值 1.23 / 3.52 / 3.00 / 4.28。"沿哪条轴"按实际输出方向写，不把传感器朝向直接等同于纤维方向。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为什么不用"看时程峰值"这种简单办法：时程里同时有多个模态和边界反射，峰值法算出来的速度是它们的混合。改用先选频、再对目标频段的主导 A0 成分取相位、沿空间拟合相位斜率的做法；按频率分解本身不会自动隔离出单个模态，这里靠选频与"该段以 A0 为主"的判断来保证比的是同一个模态。跟谁比、标准是什么：跟项目自己写的各向异性板 Rayleigh–Lamb 解析解比，同材料、同板厚 1.72 mm、同传播方向、同模态（A0）；解析解先过各向同性板极限校核（S0 长波极限误差 3.8e-07）。合格的标准是：有限元结果随网格加密趋于稳定，且与解析值相差在百分之几以内。实测三个网格 1280.3 / 1278.1 / 1277.6 m/s，相邻差 2.2 和 0.5 m/s，说明数值解稳定在 1277.6 附近，比解析 1286.4 低约 0.7%。注意这里的 1286.4 是固定值：只由材料、板厚、频率、传播方向与模态决定，不随网格变。没做到的：S0 在法向激励下面外位移太弱、频谱没有峰；群速度两种算法给 1778 和 1817（解析 1745）互相矛盾，所以都不用。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分界：前三页（薄板、三维落球、二维导波）都是项目自写代码算的；从这一页开始把算例交给 Abaqus/Explicit，用它的三维实体单元。64 万单元怎么来的：点源算例的网格是 400×400×4 = 640,000 个单元，dx = 1.25 mm 约为指定方向 A0 波长的十分之一；各向异性板不同方向的波长不同，这个"十分之一"只对所指定的传播方向成立。1286.4 是不是固定值：是。它是 100 kHz 下 A0 的相速度解析值，只由材料、板厚、频率、传播方向与模态决定，与网格无关，所以三个网格、两个求解器都拿它当同一把尺子。A0 相速度的误差方向要写清楚：自写 1285.6 m/s 比解析值低约 0.06%，Abaqus C3D8 1288.5 m/s 高约 0.16%，一个偏低一个偏高。C3D8 是什么：Abaqus 的三维实体单元代号，8 节点、完全积分；C3D8R 是同一单元的减缩积分版本，计算快但需要沙漏控制。波形差的完整结论：跨求解器直达波包的形状差 L2 = 0.57，但孤立的一个 L2 没有尺度，所以拿两个求解器各自的网格敏感性当标尺——加密一倍（500→1000）后跨求解器降到 0.451 / 0.365；远端测点的 0.365 小于自写代码自身换网格的 0.862，近端测点的 0.451 却大于自写网格变化的 0.322。所以可靠的结论是"网格加密降低了跨求解器波形差，说明离散误差是重要影响因素"；不能写成两条差异都小于网格变化，网格变化也不是严格的误差上界，因而不能完全排除求解器差异，完整波形尚未逐点一致。C3D8R：配默认沙漏控制时沙漏能占 17%、幅值低 17%，加密一倍仍是 17%，所以不可用；换 ENHANCED 沙漏控制后幅值比从 0.83 升到 0.99，但稳定步长减半、算量约两倍，而且沙漏能占比仍大——所以判单元要看响应量，不要只看沙漏能占比。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为什么要先试能力：这一步的产出是"哪些方案在本机做不到"。实体单元 C3D8 配 Hashin 会被预处理器直接拒；连续壳 SC8R 配 Hashin 加能量演化能跑通（但最终没有采用）；本次能力测试时本机没有配置编译环境（ifort、ifx、cl 实测都不在；注意 cl 是 C/C++ 编译器，不是 Fortran 编译器），所以文献里常见的"实体 + 自编三维 Hashin（VUMAT）"这条路暂时走不了。这里要说准：被拒的是 Abaqus 原生 Hashin 实现的适用范围——它只作用于平面应力类单元，而本项目用的是 C3D8 三维实体。不能把这句话推广成"Hashin 理论本身只能用于平面应力"；原生 Hashin 的输入也不只是无拉压区分的三个强度，它分别给纵向与横向的拉伸、压缩强度以及剪切强度。同样，三维层内损伤也不是"只能 LaRC05 或 VUMAT"：这里只说明本项目当时试过的两条路，别的兼容模型需要另做评估；若用 LaRC05，要注明它适用的 Abaqus 版本与损伤演化方面的限制。缺编译器写"能力测试时未配置"即可，这只是当时的软件环境快照，不是永久限制。结论落到架构上：最终链路走 C3D8 实体层 + 层间表面黏聚，连续壳那条虽然能跑通、但并没有采用。层内判据只作诊断输出——实体单元上的判据给失效指数、不退化刚度；刚度退化全部由层间黏聚界面承担。所以现在模拟到的是层间分层，层内的纤维与基体损伤没有退化刚度，不能说已经把三类失效都算进去了。强度和断裂能在仓库里原本是空的，改用可引用的文献替代表并标注为替代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为什么要加密：粗网格 1.25 mm 下，一次低能量冲击留下的分层半径只有约 1.2 mm，正好只占一个单元，导波模型连"这里有个损伤"都表示不出来。加密做法：面内间距从中心 0.15 mm 按等比数列（每次乘 1.1）长到边缘 1.269 mm，相邻单元大小之比不超过 1.10；用平滑拉伸而不是"细网格块 + 过渡环"，网格保持有结构，单元连接、铺层 elset、界面表面都不用改，也没有悬挂节点。效果：在已测试的离散工况中，加密后 0.100 J 已观察到损伤、粗网格则要到 0.794 J 才观察到；这是两个离散工况的对比，不是已经精确确定的物理阈值比。铺层要说明白：当前生成器对全部 PLIES 指定同一个 Fibre 方向，八层是材料轴同向的实体层，不能当成 [0/90] 交叉铺层或织物层合板。三个不报错的错：刚球分面编号从 0 起算、把一个被夹持的角节点拉进了刚体，Abaqus 只给一条打包警告；*Initial Conditions, type=VELOCITY 写成四个字段时，Abaqus 把第三个字段当作速度、忽略第四个，落高填多少球都以 3 m/s 飞出，数据文件里一条相关警告都没有；通用接触把刚球自身分面也纳入接触域，球面节点出现 580–862 MPa 的虚假剪应力。仍未解决：接触区只跨少量单元——半径 0.2–0.28 mm 约合 1.3–1.9 个单元边长、直径约 2.7–3.7 个，所以局部接触应力场没有证明收敛。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为什么这样布点：板只有 100 mm 见方，A0 波长 12.7 mm，整板约 8 个波长，扣掉夹持带后的 80 mm 自由跨度约 6.3 个波长，边界反射来得早，所以取"短直路径 + 可分离的直达波"而不是成像阵列。接收点成对地关于中线对称，可以用"对称位置应该读得一样"当免费自检；离夹持内缘最近的是 R2（x=80 mm），距 x=90 mm 的夹持内缘 10 mm。损伤怎么放进去：分别建立静止的无损基线与理想圆形脱黏模型，半径取 0.8 / 3.1 mm，界面保留压缩接触与摩擦。这两个半径参考的是冲击耗能的等价圆指标，并不是把冲击算出的分层逐点传递过来——没有传递 CSDMG、残余应力与变形；而且小档冲击有 4 个受损界面，导波模型设了 5 个界面。为什么必须双精度：单/双精度的对称性对照是实测的——单精度下对称点相差 12%（与损伤信号同量级），双精度降到 0.0–0.9%；导波位移 1e-7 m 与板长 0.1 m 的尺度差使舍入误差值得单独检查。结果：0–90 µs 窗内 V3 的归一化 RMS 差；数值镜像基线 0.0012–0.0049（这是本模型的数值基线，不是实验电子噪声）；半径 0.8 mm 的脱黏在穿透对上读 0.055，比基线高 9–46 倍；半径 3.1 mm 时波形与相位明显改变，相关系数 −0.447。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问题：无损板上对称位置的两个接收点本该读一样，晚时刻实测却差 23–39%，比小损伤的信号还大，这样的指标不能用。排查顺序：未见明显全局能量漂移（总能量相对漂移 6e-6），但不能据此排除局部数值误差；不是单精度、不是接触范围；它的特征是每次算都逐位一样（不是随机噪声）、随时间越放越大，说明是数值上的不稳定，而不是物理效应。试过三条解释、全部被数据否掉：默认罚刚度过大（改成更硬反而更好）、静态柔度决定（同样柔度两种结果）、稳定步长估计里含了接触刚度（本组五种设置报告的初始稳定步长逐位相同，都是 1.22410e-08；但这只说明初始步长没有随该设置变化，该比较未支持用初始步长差解释现象，不足以据此下全局机制定论）。唯一确定的是：给不给 *Cohesive Behavior 数据行才是分界，在上述已测试的若干取值上都干净，所以定成"一律给数据行、取 2.37e13"。代价也量清了：换界面刚度后三档的损伤耗能与等价面积分别下降约 73%、51%、50%，而峰值力、挠度只动 1–4%；原来的 1.0 / 3.5 mm 半径落到新范围之外，改成 0.8 / 3.1 mm 重跑。机制本身仍未查清，报告里按工程规则写，没有当作已解释。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三条不是在否定前面的结果，而是说明引用时的边界：分层范围不是一个确定值、撞击应力本身还没算准、黏聚界面为什么在省略数据行时会不稳定，原因还没查清。凡是引用分层面积、半径或撞击应力的地方，都要把这三条一起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这份汇报里本项目仿真部分的每一张图、每一个数都能追到源头：数据图由 build_stage_figures.py 生成，时程由 export_history.py 从 odb 导出，Abaqus 的模型视图和云图由 export_abaqus_views.py 直接截取，动画由 build_animations.py 合成；前面研究基础页的九张文献插图由 export_reference_figures.py 按图注位置从各篇 PDF 裁取。换一台机器时，odb 与原始论文都不在版本库里，需要重新提交算例、重新拿到论文才能重出这些图。还有一点要说清：review/ 目录当前仍未纳入版本跟踪，所以不能说整份汇报已经提交、可以从远端完整恢复。当前记录的 origin/main 为 b072536，这是本次未 fetch 时的本地远端跟踪引用快照，不一定是远端最新状态。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gif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gif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73152" cy="914400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2296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落球冲击 → 损伤 → 导波检测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6B4BD6"/>
                </a:solidFill>
                <a:latin typeface="Microsoft YaHei"/>
                <a:ea typeface="Microsoft YaHei"/>
                <a:cs typeface="Microsoft YaHei"/>
              </a:rPr>
              <a:t>仿真实现阶段汇报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研究基础 4 页（含 9 张文献实验图）· 八个阶段 · 22 张配图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424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每一页讲一个阶段：做了什么、为什么这么做、拿什么判断对不对、结果是什么，以及哪些结论现在还不能用。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本项目仿真结果部分的数字都来自已经跑完并记录下来的算例，这份汇报里没有新做的仿真；研究基础页的数字取自各篇论文原文。每页下方的备注里有更长的说明——方法为什么这么选、数字是怎么来的。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研究基础：厦大团队已经做过的四个实验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数字取自各文正文；未核实的参数一律不补写，具体缺项逐篇注明（如力锤能量的焦耳数、PZT 个数、试件件数、螺栓预紧力矩）。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017520"/>
                <a:gridCol w="3200400"/>
                <a:gridCol w="2971800"/>
              </a:tblGrid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实验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试件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传感与加载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得到了什么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冲击监测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Zhao 2025, SMS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1000×1000×2 mm 编织碳纤维板（16 层），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中心四条 T 形加强筋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个 PZT 贴在表面（SMART layer 集成），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水平间距 400 mm、垂直 200 mm；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手持力锤随机能量敲击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冲击划分到 8 个子区域并定位：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按各方向间距归一化的误差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水平 5.4%、垂直 10.8%（分母不同）；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力估计误差迁移后 17.3–34.1%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齿轮箱主动导波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Chai 2025, IEEE TIM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模拟风机主轴齿轮箱低速端的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直齿轮试验台，40 号钢、齿轮厚 40 mm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PZT 集成在 0.1 mm 聚酰亚胺 SMART layer，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间距 60 mm；350 kHz、70 V 激励，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 MHz 采样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健康 / 齿面磨损 1.5 mm / 齿根裂纹 4 mm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三状态的测试集平均准确率 92.36%；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故障散射信号 ±300 mV，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95% 扩展不确定度 36 mV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螺栓接头贴装压阻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Liu 2024, IEEE Sensors 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T300 CFRP 135×36×3 mm、孔径 6 mm；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三种铺层分别做出三种失效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CB/CNT 压阻墨水喷涂在表面；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拉伸试验机加载（1 与 5 mm/s），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同步测电阻变化率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三种失效模式的电阻变化形态不同，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可以分辨（净截面拉断 &gt;250%、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剪切撕裂 &gt;800%、挤压分三段）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螺栓接头嵌入压阻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Liu 2025, IEEE Sensors J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相同标称尺寸的试件；压阻层仅 0.035 mm，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嵌在第 10–11 层之间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CNT/GNP 压阻网络；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拉伸速率 5 mm/min，同步测电阻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00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嵌入式随损伤阶段发展：净截面拉断 166%→475%、剪出 409%→680%（Fig. 23）。同阶段贴装/嵌入对照（Fig. 26）：Stage 2 约 4%/166%、剪出约 42%/397%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892040"/>
            <a:ext cx="11109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这四件事说明："测得到"已经有实验支撑——冲击能定位、能估力，损伤能让导波散射、让电阻变化，不同失效模式还能分辨。</a:t>
            </a:r>
          </a:p>
          <a:p>
            <a:pPr algn="l">
              <a:spcAft>
                <a:spcPts val="10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· 同一课题组的航空燃气轮机状态监测（Chen 2024, IEEE Sensors J）在 MATLAB/Simulink 里用发动机模型做的，没有物理实验，所以没有列进这张表。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4BD6"/>
                </a:solidFill>
                <a:latin typeface="Microsoft YaHei"/>
                <a:ea typeface="Microsoft YaHei"/>
                <a:cs typeface="Microsoft YaHei"/>
              </a:rPr>
              <a:t>· 下一步要问的是：这些信号为什么长这样？损伤到底有多大？——那是仿真要回答的，从下一页开始。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研究基础（一）：冲击监测实验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Zhao et al., Impact monitoring based on domain adversarial transfer learning, Smart Mater. Struct. 34 (2025) 035017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69264"/>
            <a:ext cx="11064240" cy="2208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试件：1000×1000×2 mm 的编织碳纤维板（16 层），中心四条 T 形加强筋；整板划成源域和目标域，每个域再分成 8 个 250×250 mm 子区域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传感：8 个 PZT 贴在表面（源域、目标域各 4 个），水平间距 400 mm、垂直间距 200 mm；用 SMART layer 集成，最大 25 kHz 采样，每次冲击记 12 ms 内的 300 个点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加载：手持力锤垂直敲击，能量随机，平板区和加强筋区都敲；敲击力另用 30 kHz 采集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结果：按各方向传感器间距归一化的定位误差，水平 5.4%、垂直 10.8%；两者分母不同（400 mm 与 200 mm），按报告均值换算两个方向的平均绝对误差都约 21.6 mm，不能直接比较百分比来判定哪个方向的绝对精度更差。力估计平均误差由 22.0%–45.9% 降到迁移后 17.3%–34.1%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作者写明的局限：只用了同一种冲击物；换冲击物材料、换结构之间的迁移还没验证</a:t>
            </a:r>
          </a:p>
        </p:txBody>
      </p:sp>
      <p:pic>
        <p:nvPicPr>
          <p:cNvPr id="5" name="Picture 4" descr="imp_specime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11" y="3287268"/>
            <a:ext cx="3348458" cy="3040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39648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试件实拍：1000×1000×2 mm 板 + 四条 T 形加强筋（Zhao 2025, Fig. 8a）</a:t>
            </a:r>
          </a:p>
        </p:txBody>
      </p:sp>
      <p:pic>
        <p:nvPicPr>
          <p:cNvPr id="7" name="Picture 6" descr="imp_specimen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002" y="3287268"/>
            <a:ext cx="3031236" cy="3040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12920" y="6339648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尺寸与布局：8 个 PZT，间距 400×200 mm（Zhao 2025, Fig. 8b）</a:t>
            </a:r>
          </a:p>
        </p:txBody>
      </p:sp>
      <p:pic>
        <p:nvPicPr>
          <p:cNvPr id="9" name="Picture 8" descr="imp_ch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5930" y="3287268"/>
            <a:ext cx="2283939" cy="3040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6339648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力锤与 PZT 采集系统：25 kHz 采样（Zhao 2025, Fig. 9）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2F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研究基础（二）：主动导波与压阻传感实验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齿轮箱主动导波（Chai 2025）：PZT 发 350 kHz 导波、24 MHz 采样；健康 / 齿面磨损 / 齿根裂纹三状态，测试集平均分类准确率 92.36%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螺栓接头压阻（Liu 2024、2025）：传感器贴在表面或嵌进层间，拉伸时测电阻变化；三种失效模式的电阻变化形态可分；在该接头与加载条件下，嵌入式的响应比贴装式更早、更明显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与本研究的关系：齿轮箱那件给出信噪比与不确定度的实测做法；压阻那两件说明在该接头与加载条件下，嵌入式压阻传感器对早期内部损伤的响应比贴装式更明显——这提示要考虑传感机制和布置，但压阻是局部响应，不能直接替代本项目表面导波检测的验证</a:t>
            </a:r>
          </a:p>
        </p:txBody>
      </p:sp>
      <p:pic>
        <p:nvPicPr>
          <p:cNvPr id="5" name="Picture 4" descr="gea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430" y="2532888"/>
            <a:ext cx="1631819" cy="16413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186236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齿轮传动试验台：40 号钢、齿轮厚度 40 mm（原文 thickness，Chai 2025, Fig. 3）</a:t>
            </a:r>
          </a:p>
        </p:txBody>
      </p:sp>
      <p:pic>
        <p:nvPicPr>
          <p:cNvPr id="7" name="Picture 6" descr="gear_fa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2920" y="2532888"/>
            <a:ext cx="3581400" cy="14211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12920" y="4186236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预置故障：齿根裂纹 4 mm、齿面磨损 1.5 mm（Chai 2025, Fig. 5）</a:t>
            </a:r>
          </a:p>
        </p:txBody>
      </p:sp>
      <p:pic>
        <p:nvPicPr>
          <p:cNvPr id="9" name="Picture 8" descr="gear_sign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3269" y="2532888"/>
            <a:ext cx="1569261" cy="16413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7200" y="4186236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故障散射 ±300 mV，95% 扩展不确定度 36 mV（Chai 2025, Fig. 9）</a:t>
            </a:r>
          </a:p>
        </p:txBody>
      </p:sp>
      <p:pic>
        <p:nvPicPr>
          <p:cNvPr id="11" name="Picture 10" descr="bolt_layou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8136" y="4686300"/>
            <a:ext cx="1902408" cy="16413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339648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三种失效模式各配一套传感器布局（Liu 2024, Fig. 16）</a:t>
            </a:r>
          </a:p>
        </p:txBody>
      </p:sp>
      <p:pic>
        <p:nvPicPr>
          <p:cNvPr id="13" name="Picture 12" descr="bolt_cur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071" y="4686300"/>
            <a:ext cx="2387098" cy="16413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312920" y="6339648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净截面拉断：电阻随加载变化，临近失效时陡升至 &gt;250%（Liu 2024, Fig. 17）</a:t>
            </a:r>
          </a:p>
        </p:txBody>
      </p:sp>
      <p:pic>
        <p:nvPicPr>
          <p:cNvPr id="15" name="Picture 14" descr="bolt_da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7200" y="4686300"/>
            <a:ext cx="3581399" cy="145347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77200" y="6339648"/>
            <a:ext cx="3581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拉伸后孔周损伤：净拉伸 / 剪切撕裂 / 挤压（Liu 2024, Fig. 20）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C2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从这些实验到本仿真：实验证明了什么，又留下了什么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8016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F9E8F"/>
                </a:solidFill>
                <a:latin typeface="Microsoft YaHei"/>
                <a:ea typeface="Microsoft YaHei"/>
                <a:cs typeface="Microsoft YaHei"/>
              </a:rPr>
              <a:t>① 文献在各自工况下证明了什么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82496"/>
            <a:ext cx="3429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在各自试件与工况下，冲击能被定位与定量：归一化水平误差 5.4%、力估计误差最小 17.3%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预置的齿轮故障使导波散射达 ±300 mV，而 95% 扩展不确定度 36 mV（原文测试条件下）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在该接头与加载条件下，三种失效模式靠电阻变化可分辨，嵌入式比贴装式更早、更明显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也就是说，文献提供了特定试件和工况下的可测性证据；本模型的检测能力仍需独立验证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280160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2703A"/>
                </a:solidFill>
                <a:latin typeface="Microsoft YaHei"/>
                <a:ea typeface="Microsoft YaHei"/>
                <a:cs typeface="Microsoft YaHei"/>
              </a:rPr>
              <a:t>② 这些文献尚未闭环到本课题的问题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82496"/>
            <a:ext cx="34290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原文未在本项目试件与参数下建立冲击载荷、逐界面损伤几何与主动导波响应之间的一一对应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本项目中损伤尺寸没有独立测量，只能从耗能指标反推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本项目里波速、模态与边界反射各占读数变化的多少，还没有分离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传感布局（间距、数量、位置）的取舍，本项目还没有系统的参数研究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2801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4BD6"/>
                </a:solidFill>
                <a:latin typeface="Microsoft YaHei"/>
                <a:ea typeface="Microsoft YaHei"/>
                <a:cs typeface="Microsoft YaHei"/>
              </a:rPr>
              <a:t>③ 本仿真补什么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682496"/>
            <a:ext cx="36576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用仿真补场量分析与参数研究，并保留后续独立的实测验证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八阶段已开展并形成阶段结果：薄板 → 三维落球 → 波速验证 → 接入 Abaqus → 能力测试 → 冲击标定 → 导波 → 稳定性排查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下一页起，按顺序讲这八阶段各做了什么、为什么这么做、结果是什么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八个阶段一览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371600"/>
          <a:ext cx="106070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91840"/>
                <a:gridCol w="630936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这一阶段得到了什么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薄板落球模型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它只能算整板，算不准撞击点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阶段二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三维落球模型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撞击点差多少量清了：力 5 倍、下沉 2.8 倍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波的传播速度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先立下"多快算对"的标准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阶段四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接入 Abaqus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换个求解器重算，两边对得上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路线能力测试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先试出能用什么单元、损伤怎么退化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阶段六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冲击步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局部加密与三档数值标定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导波步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理想脱黏模型的导波响应可辨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阶段八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稳定性排查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6B728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数值不稳定性与敏感性的排查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一、薄板落球模型：这个模型能算到哪一步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做了什么：用薄板理论和有限阶模态搭一个落球模型——500×400×2 mm 板，8 mm 钨钢球，从 160 mm 高度落下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为什么先做它：它算得快，但只描述"整块板怎么振动"，所以要先弄清它在撞击点附近能不能用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怎么判断：每方向基函数阶数从 6 加到 46（组合起来是 46² = 2116 个空间自由度，不是总共 46 个振型）、时间步再减半，看结果还变不变；另外用方板无量纲基频的经典解 35.99 校核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结果：整板量稳住了——基函数阶数 38 到 46，撞击点位移只差 0.6%；但接触力还差 5.7%，撞击点附近没稳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所以这个模型后面只用来算整板响应；撞击点的局部量到底差多少，下一页拿三维接触模型做同工况对照</a:t>
            </a:r>
          </a:p>
        </p:txBody>
      </p:sp>
      <p:pic>
        <p:nvPicPr>
          <p:cNvPr id="5" name="Picture 4" descr="s1_plate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722" y="2569464"/>
            <a:ext cx="10285796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82224"/>
            <a:ext cx="1110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每方向基函数阶数加到 46，结果还变不变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二、三维落球模型：撞击点差多少，传感器的方向有没有影响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208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做了什么：自写三维模型，分两级——先在一个局部加密的小模型里让刚球撞出接触力，再把这条力加到整板模型上，读出 16 个传感器的应变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为什么：薄板算不出撞击点附近真实的软硬，必须让接触区按三维变形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同工况对比：都是 0.5 ms、都是 6.23 mJ 入射能。薄板给峰值力 162.5 N、撞击点下沉 112 µm；三维刚球给 32.4 N、下沉 311 µm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为什么差这么多：两个模型对局部接触柔度和接触过程的表示不同——薄板用有限阶模态描述面外位移，把撞击点附近的局部凹陷抹平了。软硬一旦不同，力与位移就同时变：球被顶得更狠（力大 5 倍）、板被压得更浅（下沉小 2.8 倍）。三维这一侧做过相应的网格检查，但差异的各项来源还没有完全分离，也没有实物验证，所以不能说已经把原因单独隔离出来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结果：整板网格加密到 200×160×4 后，位移 313.0 µm、应变 206.9 µε 在所测试的网格之间变化很小；传感器读数还跟取哪个方向有关，沿指定贴片轴取比沿另一轴大 1.2–4.3 倍</a:t>
            </a:r>
          </a:p>
        </p:txBody>
      </p:sp>
      <p:pic>
        <p:nvPicPr>
          <p:cNvPr id="5" name="Picture 4" descr="s2_plate_vs_sol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7784"/>
            <a:ext cx="3569208" cy="14276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653420"/>
            <a:ext cx="3569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薄板和三维在撞击点差多少</a:t>
            </a:r>
          </a:p>
        </p:txBody>
      </p:sp>
      <p:pic>
        <p:nvPicPr>
          <p:cNvPr id="7" name="Picture 6" descr="s2_farfield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3997784"/>
            <a:ext cx="3569208" cy="139824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19016" y="5653420"/>
            <a:ext cx="3569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整板网格加密：在所测试的网格间读数变化很小</a:t>
            </a:r>
          </a:p>
        </p:txBody>
      </p:sp>
      <p:pic>
        <p:nvPicPr>
          <p:cNvPr id="9" name="Picture 8" descr="s2_sensor_dir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392" y="3997784"/>
            <a:ext cx="3569208" cy="16376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9392" y="5653420"/>
            <a:ext cx="3569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传感器朝哪个方向取，读数不一样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三、波的传播速度：先立一把尺子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做了什么：先自己写一个"波在板里传多快"的解析计算（各向异性板的 Rayleigh–Lamb 方程），再从有限元波场里把同一个量抠出来对比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为什么要这么抠：直接拿时程峰值算速度会被多个模态和边界反射搅乱（报告里旧的 1773 m/s 就是这么来的，不可信）。改法是：先按频率选段、限定时间窗，对目标频段的主导 A0 成分做时间傅里叶变换、取出它的相位，再沿空间拟合相位随距离的斜率，得到波数 k，相速度 = 2πf/k。按频率分解本身不等于自动隔离出单个模态，所以还要配合选频和"这一段里 A0 是主导成分"的判断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跟谁比：跟项目自己写的解析解比，同一材料、同一板厚 1.72 mm、同一传播方向、同一模态（A0）；解析解先用各向同性板做过极限校核（S0 长波极限误差 3.8e-07）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结果：100 kHz 处 A0 的相速度，三个网格给 1280.3 / 1278.1 / 1277.6 m/s，相邻两次只差 2.2 和 0.5 m/s（说明网格够了），比解析值 1286.4 低约 0.7%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没做到的两条：S0 没测出来（这种激励下面外位移太弱，频谱上没有它的峰）；群速度两种算法互相矛盾（1778 和 1817，解析 1745），所以一概不用</a:t>
            </a:r>
          </a:p>
        </p:txBody>
      </p:sp>
      <p:pic>
        <p:nvPicPr>
          <p:cNvPr id="5" name="Picture 4" descr="s3_dispersion_analy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2852"/>
            <a:ext cx="5454396" cy="2630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1795"/>
            <a:ext cx="54543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波速的参照标准：解析色散曲线</a:t>
            </a:r>
          </a:p>
        </p:txBody>
      </p:sp>
      <p:pic>
        <p:nvPicPr>
          <p:cNvPr id="7" name="Picture 6" descr="s3_dispersion_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204" y="3562852"/>
            <a:ext cx="5454396" cy="21418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04204" y="6211795"/>
            <a:ext cx="54543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二维有限元算出来的波速，与解析解对比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四、从这里开始接 Abaqus：换个求解器重算，两边对得上吗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先说明分界：前三页都是项目自写代码算的（薄板、三维落球、二维导波）；从这一页开始，算例交给 Abaqus/Explicit，用它的三维实体单元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做了什么：把自写代码按完整三维刚度重写；再把同样的网格、同样的激励交给 Abaqus，两边逐点比波形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两个算例：线源 500×4×4（退化成平面应变，有解析可比）和点源 400×400×4。后者的 64 万单元不是挑的，是 400×400×4 算出来的，dx = 1.25 mm 约为指定方向 A0 波长的十分之一（各向异性板不同方向波长不同，这个比例只对指定方向成立）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拿什么当尺子：100 kHz 处 A0 相速度的解析值 1286.4 m/s。它是固定值——只由材料、板厚、频率、传播方向与模态决定，不随网格变，所以三个网格和两个求解器都用它比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结果：自写 1285.6 m/s 比解析值低约 0.06%、Abaqus C3D8 1288.5 m/s 高约 0.17%。（C3D8 是 Abaqus 的三维实体单元：8 节点、完全积分；C3D8R 是它的减缩积分版本，算得快，但要额外做沙漏控制）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波形形状的差异：跨求解器的形状差 L2 = 0.57，但这个数单看说明不了好坏，所以拿每个求解器自己换网格时的波形变化当尺子。加密一倍后跨求解器降到 0.451 / 0.365：远端测点的 0.365 小于自写代码自己换网格的 0.862，近端测点的 0.451 反而大于自写网格变化的 0.322。所以只能说离散误差是重要影响因素，不能说两条差异全都来自离散、也不能把网格变化当成严格的误差上界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C3D8R 的结论：配默认沙漏控制不可用（沙漏能占 17%、波形幅值低 17%，加密一倍也没改善）；换 ENHANCED 沙漏控制能把幅值救回来（与自写的幅值比 0.83 → 0.99），代价是时间步减半、算量约两倍</a:t>
            </a:r>
          </a:p>
        </p:txBody>
      </p:sp>
      <p:pic>
        <p:nvPicPr>
          <p:cNvPr id="5" name="Picture 4" descr="s4_abaqus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13494"/>
            <a:ext cx="3569208" cy="142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661154"/>
            <a:ext cx="3569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A0 相速度：自写代码与 Abaqus 对同一个解析值</a:t>
            </a:r>
          </a:p>
        </p:txBody>
      </p:sp>
      <p:pic>
        <p:nvPicPr>
          <p:cNvPr id="7" name="Picture 6" descr="s4_cross_sol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016" y="4113494"/>
            <a:ext cx="3569207" cy="15296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19016" y="5661154"/>
            <a:ext cx="3569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两个求解器的波形差，和各自换网格时的变化</a:t>
            </a:r>
          </a:p>
        </p:txBody>
      </p:sp>
      <p:pic>
        <p:nvPicPr>
          <p:cNvPr id="9" name="Picture 8" descr="s4_reduced_integr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392" y="4113494"/>
            <a:ext cx="3569207" cy="14150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9392" y="5661154"/>
            <a:ext cx="35692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C3D8R 换沙漏控制前后的幅值与波形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五、动手之前先试一遍：Abaqus 里哪些路走得通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做了什么：先把"落球 → 损伤 → 导波"这条链接起来；动手写方案之前，先用小算例把 Abaqus 能做什么、不能做什么试清楚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为什么值得先试：与其方案写到一半发现算不了，不如先花小算例把可行路线试出来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试出来的三条：实体单元 C3D8 配 Hashin 会被预处理器直接拒；连续壳 SC8R 配 Hashin + 能量演化能跑通（能跑通不等于采用，见下）；本次能力测试时本机没配编译环境（ifort / ifx / cl 都不在，其中 cl 是 C/C++ 编译器，不是 Fortran 编译器），所以"实体 + 自编三维 Hashin（VUMAT）"这条路暂时走不通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Hashin 为什么挑单元：Abaqus 原生的 Hashin 损伤模型适用于平面应力类单元，而本项目要用的是三维实体 C3D8，所以被预处理器拒绝。这是 Abaqus 这个原生实现的适用范围，不是 Hashin 理论本身的限制；原生输入也不只三个强度——它区分纵向/横向的拉伸与压缩强度以及剪切强度。三维层内要做渐进损伤，需要另行选择兼容的损伤模型（例如 LaRC05，用之前要核对它适用的求解器版本与损伤演化限制）或用户材料（VUMAT），并且做过验证才能用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结果：最终走 C3D8 实体层 + 层间黏聚，刚度退化由界面承担；层内判据只给失效指数、不退化刚度，所以目前算到的是层间分层，层内纤维与基体损伤没有退化刚度；强度和断裂能在仓库里原本没有（specimen.json 里是 null），改用可引用的文献替代表并标注清楚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234440" y="3392424"/>
          <a:ext cx="9692640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188720"/>
                <a:gridCol w="4937760"/>
              </a:tblGrid>
              <a:tr h="4663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路线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本机结论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</a:t>
                      </a:r>
                    </a:p>
                  </a:txBody>
                  <a:tcPr>
                    <a:solidFill>
                      <a:srgbClr val="6B4BD6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C3D8 实体 + Hashin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27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Abaqus 原生 Hashin 只适用于平面应力类单元（壳、连续壳、膜），预处理器直接报错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SC8R 连续壳 + Hashin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F9E8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THE ANALYSIS HAS COMPLETED SUCCESSFULLY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C3D8 实体 + 自编三维 Hashin（VUMAT）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27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能力测试时未配置编译环境（无 Intel oneAPI / Visual Studio，ifort / ifx / cl 均不在）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C3D8 实体 + 层内判据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27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仅诊断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给失效指数但不退化刚度（三轮单单元测试）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黏聚单元 cohesive element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2703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把稳定步长压到 3.8e-12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接触型黏聚（最终采用）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F9E8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通过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D202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无额外质量，刚度退化由界面承担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六、冲击区局部加密与三档数值标定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做了什么：写一个生成器，一次生成整个试件——100×100×2 mm、8 层，刚球从上方落下，层与层之间用接触型黏聚（当前各层材料轴同向，未复现交叉或织物铺层）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为什么要加密：粗网格（1.25 mm）下，一次冲击留下的分层半径只有 1.2 mm，正好只占一个单元——导波模型连"这里有个损伤"都表示不出来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怎么加密：面内单元边长从中心的 0.15 mm 按等比数列长到边缘的 1.269 mm，相邻单元大小之比不超过 1.10；用平滑拉伸而不是"细网格块 + 过渡环"，网格仍是有结构的，单元连接、铺层、界面都不用改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结果：在已测试的离散工况里，加密后 0.100 J 已出现损伤、粗网格要到 0.794 J 才观察到；这是两个离散工况的对比，不是已精确确定的物理阈值比。随后选 0.300 J 作为数值致损工况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三个不报错的错，是靠真跑一遍才发现的：刚球分面编号从 0 起算，把一个被夹持的角节点拉进了刚体（只给一句打包警告）；初速度关键字写成四个字段时 Abaqus 把第三个字段当速度，落高填多少球都以 3 m/s 飞出；通用接触把刚球自身分面也算了进去，球面出现 580–862 MPa 的假剪应力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还没解决：接触区只跨少量单元——半径 0.2–0.28 mm 约合 1.3–1.9 个单元边长、直径约 2.7–3.7 个，因此局部接触应力未证明收敛。加密的目的是让导波能表示损伤，不是把撞击应力算准</a:t>
            </a:r>
          </a:p>
        </p:txBody>
      </p:sp>
      <p:pic>
        <p:nvPicPr>
          <p:cNvPr id="5" name="Picture 4" descr="s6_impact_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842" y="3392424"/>
            <a:ext cx="3785276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63936"/>
            <a:ext cx="522168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撞击过程逐帧云图　▶ 放映时播放</a:t>
            </a:r>
          </a:p>
        </p:txBody>
      </p:sp>
      <p:pic>
        <p:nvPicPr>
          <p:cNvPr id="7" name="Picture 6" descr="s6_abaqus_mod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9405" y="3392424"/>
            <a:ext cx="1387138" cy="643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1489" y="4049552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在 Abaqus 里搭出来的实体模型</a:t>
            </a:r>
          </a:p>
        </p:txBody>
      </p:sp>
      <p:pic>
        <p:nvPicPr>
          <p:cNvPr id="9" name="Picture 8" descr="s6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778" y="3392424"/>
            <a:ext cx="192667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15628" y="4049552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铺层放大：8 层读成 8 条线</a:t>
            </a:r>
          </a:p>
        </p:txBody>
      </p:sp>
      <p:pic>
        <p:nvPicPr>
          <p:cNvPr id="11" name="Picture 10" descr="s6_graded_me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5216" y="4547616"/>
            <a:ext cx="1675517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71489" y="5204744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面内网格：中心 0.15 mm 到边缘 1.27 mm</a:t>
            </a:r>
          </a:p>
        </p:txBody>
      </p:sp>
      <p:pic>
        <p:nvPicPr>
          <p:cNvPr id="13" name="Picture 12" descr="s6_impact_energ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2430" y="4547616"/>
            <a:ext cx="1709366" cy="643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5628" y="5204744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三档标定与等价圆半径</a:t>
            </a:r>
          </a:p>
        </p:txBody>
      </p:sp>
      <p:pic>
        <p:nvPicPr>
          <p:cNvPr id="15" name="Picture 14" descr="s6_impact_histor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3436" y="5702808"/>
            <a:ext cx="1743215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71489" y="6359936"/>
            <a:ext cx="568711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0.300 J 工况的冲击时程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七、导波步：理想脱黏模型的导波响应能不能辨出来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做了什么：在同一套网格上加导波步——9 个通道（1 个激励 + 8 个接收），激励是顶面 3 mm 半径的压力片，100 kHz、5 个周期的猝发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为什么这么布点：板只有 100 mm 见方，A0 波长 12.7 mm，整板约 8 个波长（扣掉夹持带后的 80 mm 自由跨度约 6.3 个），边界反射来得早，所以取"短直路径 + 可分离的直达波"，不做成像阵列；接收点成对地关于中线对称，方便用"对称位置应该读得一样"自查（离夹持内缘最近的是 R2，x=80 mm，距 x=90 mm 的夹持内缘 10 mm）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损伤怎么放进去：分别建立静止的无损基线和理想圆形脱黏模型，脱黏半径取 0.8 / 3.1 mm，界面保留压缩接触与摩擦；尺寸参考冲击耗能等价指标，不代表逐点传递的真实分层几何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一个必须用双精度的发现：对称位置的两个接收点本该读一样，单精度下差 12%——和损伤信号一样大；换双精度后降到 0.0–0.9%。导波位移只有 1e-7 m 量级而板长 0.1 m，尺度差这么大，舍入误差值得单独检查</a:t>
            </a:r>
          </a:p>
          <a:p>
            <a:pPr algn="l">
              <a:spcAft>
                <a:spcPts val="500"/>
              </a:spcAft>
            </a:pPr>
            <a:r>
              <a:rPr sz="11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结果（0–90 µs 窗内 V3 的归一化 RMS 差）：数值镜像基线 0.0012–0.0049，这是本模型的数值基线、不是实验电子噪声；半径 0.8 mm 的脱黏在穿透对上读 0.055，比基线高 9–46 倍；半径 3.1 mm 时透射波形与相位明显改变，相关系数 −0.447</a:t>
            </a:r>
          </a:p>
        </p:txBody>
      </p:sp>
      <p:pic>
        <p:nvPicPr>
          <p:cNvPr id="5" name="Picture 4" descr="s7_wave_animation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842" y="3392424"/>
            <a:ext cx="3785276" cy="2953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63936"/>
            <a:ext cx="522168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导波传播逐帧云图　▶ 放映时播放</a:t>
            </a:r>
          </a:p>
        </p:txBody>
      </p:sp>
      <p:pic>
        <p:nvPicPr>
          <p:cNvPr id="7" name="Picture 6" descr="s7_abaqus_mod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139" y="3392424"/>
            <a:ext cx="1373671" cy="643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71489" y="4049552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导波算例的实体模型</a:t>
            </a:r>
          </a:p>
        </p:txBody>
      </p:sp>
      <p:pic>
        <p:nvPicPr>
          <p:cNvPr id="9" name="Picture 8" descr="s7_wave_fram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6189" y="3392424"/>
            <a:ext cx="821849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915628" y="4049552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导波云图的四个时刻</a:t>
            </a:r>
          </a:p>
        </p:txBody>
      </p:sp>
      <p:pic>
        <p:nvPicPr>
          <p:cNvPr id="11" name="Picture 10" descr="s7_sensor_layou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9931" y="4547616"/>
            <a:ext cx="1406086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71489" y="5204744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9 个通道的位置，与两档理想脱黏圆斑尺寸</a:t>
            </a:r>
          </a:p>
        </p:txBody>
      </p:sp>
      <p:pic>
        <p:nvPicPr>
          <p:cNvPr id="13" name="Picture 12" descr="s7_wave_wavefor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1364" y="4547616"/>
            <a:ext cx="1731498" cy="643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15628" y="5204744"/>
            <a:ext cx="274297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接收点的波形：无损与两档理想脱黏</a:t>
            </a:r>
          </a:p>
        </p:txBody>
      </p:sp>
      <p:pic>
        <p:nvPicPr>
          <p:cNvPr id="15" name="Picture 14" descr="s7_wave_floo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7709" y="5702808"/>
            <a:ext cx="1434670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71489" y="6359936"/>
            <a:ext cx="568711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损伤信号与数值镜像基线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84048"/>
            <a:ext cx="73152" cy="475488"/>
          </a:xfrm>
          <a:prstGeom prst="rect">
            <a:avLst/>
          </a:prstGeom>
          <a:solidFill>
            <a:srgbClr val="6B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0896"/>
            <a:ext cx="10881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八、稳定性排查：噪声比信号还大，先把它查清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50976"/>
            <a:ext cx="11064240" cy="2208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问题：无损板上对称位置的两个接收点本该读一样，晚时刻实测却差 23–39%，比小损伤的信号还大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排查：未见明显全局能量漂移（总能量相对漂移 6e-6，但不能据此排除局部数值误差）、不是单精度、不是接触范围。它的特征是每次算都逐位一样（不是随机噪声）、随时间越放越大，说明是数值上的不稳定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试了三条解释，全部被数据否掉：默认罚刚度过大（改成更硬反而更好）、静态柔度决定（同样柔度两种结果）、稳定步长估计里含了接触刚度（本组五种设置报告的初始稳定步长逐位相同，但这只说明初始步长没随该设置变，不足以据此下全局结论）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唯一确定的是：给不给 `*Cohesive Behavior` 数据行才是分界，在已测试的若干取值上都干净（1e12–3.28e14）。所以定成"一律给数据行、取 2.37e13"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代价也量清了：换了界面刚度，三档的损伤耗能与等价面积分别下降约 73%、51%、50%，而峰值力、挠度只动 1–4%。原来的 1.0 / 3.5 mm 半径因此落到新范围之外，改成 0.8 / 3.1 mm 重跑</a:t>
            </a:r>
          </a:p>
        </p:txBody>
      </p:sp>
      <p:pic>
        <p:nvPicPr>
          <p:cNvPr id="5" name="Picture 4" descr="s8_inst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0204" y="3268980"/>
            <a:ext cx="8226832" cy="30952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382224"/>
            <a:ext cx="11109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逐项试过：只有"给不给数据行"是分界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C27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附录一：用这些数字时，必须一起说清的三件事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2703A"/>
                </a:solidFill>
                <a:latin typeface="Microsoft YaHei"/>
                <a:ea typeface="Microsoft YaHei"/>
                <a:cs typeface="Microsoft YaHei"/>
              </a:rPr>
              <a:t>· 黏聚失稳的原因还没查清</a:t>
            </a:r>
          </a:p>
          <a:p>
            <a:pPr algn="l">
              <a:spcAft>
                <a:spcPts val="1500"/>
              </a:spcAft>
            </a:pPr>
            <a:r>
              <a:rPr sz="13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　 试过三条解释，全部被实测否掉（默认罚刚度过大、静态柔度、稳定步长估计）。能用的是一条工程规则：*Cohesive Behavior 一定要给数据行，取 2.37e13。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2703A"/>
                </a:solidFill>
                <a:latin typeface="Microsoft YaHei"/>
                <a:ea typeface="Microsoft YaHei"/>
                <a:cs typeface="Microsoft YaHei"/>
              </a:rPr>
              <a:t>· 分层范围本身带不确定度</a:t>
            </a:r>
          </a:p>
          <a:p>
            <a:pPr algn="l">
              <a:spcAft>
                <a:spcPts val="1500"/>
              </a:spcAft>
            </a:pPr>
            <a:r>
              <a:rPr sz="13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　 换了界面刚度，三档的损伤耗能与等价面积分别下降约 73%、51%、50%，而峰值力、挠度只动 1–4%。所以这个面积（还是按断裂能换算的等价面积）不能当确定值用，也不是统计置信区间。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C2703A"/>
                </a:solidFill>
                <a:latin typeface="Microsoft YaHei"/>
                <a:ea typeface="Microsoft YaHei"/>
                <a:cs typeface="Microsoft YaHei"/>
              </a:rPr>
              <a:t>· 撞击应力还没算准</a:t>
            </a:r>
          </a:p>
          <a:p>
            <a:pPr algn="l">
              <a:spcAft>
                <a:spcPts val="1500"/>
              </a:spcAft>
            </a:pPr>
            <a:r>
              <a:rPr sz="135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　 接触半径 0.2–0.28 mm，除以 0.15 mm 网格约合 1.3–1.9 个单元边长、直径约 2.7–3.7 个，接触区只跨少量单元，局部应力未证明收敛。加密是为了让导波能表示损伤，不是把撞击应力算准。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566928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5720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附录二：数字从哪来、怎么复现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数字来源（本项目仿真结果部分）：仓库里已提交的指标 JSON、从 odb 导出的时程、以及 PROJECT_HANDOFF.md 里的数值实测／算例记录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研究基础页的数字与图为文献原文数据；文献实验图由 review/export_reference_figures.py 按各篇 PDF 的图注位置裁取，原始论文不在仓库内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数据图：review/build_stage_figures.py　　时程导出：review/export_history.py（用 abaqus python 运行）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Abaqus 视图与云图：review/export_abaqus_views.py（用 abaqus cae script=... 运行）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动图合成：review/build_animations.py　　本 PPT 与 HTML 报告：review/build_stage_report.py 与 build_slide_deck.py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D2025"/>
                </a:solidFill>
                <a:latin typeface="Microsoft YaHei"/>
                <a:ea typeface="Microsoft YaHei"/>
                <a:cs typeface="Microsoft YaHei"/>
              </a:rPr>
              <a:t>· 本汇报不含新的测量；本项目仿真结果部分的数字全部来自已经跑完并记录的算例，研究基础页的数字取自各篇论文原文；文献图与 odb 一样是外部资源，不在仓库内，需按上述脚本重新导出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